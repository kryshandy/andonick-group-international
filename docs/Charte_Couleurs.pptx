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614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663440"/>
            <a:ext cx="3840480" cy="3840480"/>
          </a:xfrm>
          <a:prstGeom prst="ellipse">
            <a:avLst/>
          </a:prstGeom>
          <a:solidFill>
            <a:srgbClr val="2A0A63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56048" y="960120"/>
            <a:ext cx="228600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</p:spPr>
      </p:sp>
      <p:pic>
        <p:nvPicPr>
          <p:cNvPr id="4" name="Image 0" descr="logo_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8928" y="1097280"/>
            <a:ext cx="1920240" cy="10789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65176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 DES COULEURS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0" y="34290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200" kern="0" dirty="0">
                <a:solidFill>
                  <a:srgbClr val="D9C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ANDONICK GROUP INTERNATIONAL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0" y="39319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9C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de référence — à l'usage du Webmaster / Développeur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0" y="62636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9C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réussite, notre engagement.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61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LOGO OFFICIEL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source à conserver intact — ne pas déformer, recolorer ou recomposer</a:t>
            </a:r>
            <a:endParaRPr lang="en-US" sz="1400" dirty="0"/>
          </a:p>
        </p:txBody>
      </p:sp>
      <p:pic>
        <p:nvPicPr>
          <p:cNvPr id="4" name="Image 0" descr="logo_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3904" y="1417320"/>
            <a:ext cx="4572000" cy="2560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" y="4343400"/>
            <a:ext cx="10360152" cy="1828800"/>
          </a:xfrm>
          <a:prstGeom prst="roundRect">
            <a:avLst>
              <a:gd name="adj" fmla="val 6000"/>
            </a:avLst>
          </a:prstGeom>
          <a:solidFill>
            <a:srgbClr val="F4F2F9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234440" y="4526280"/>
            <a:ext cx="9692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61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de protection 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conserver un espace vide autour du logo au moins égal à la hauteur du triangle.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61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minimale 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descendre sous 120 px de large (usage digital) / 3 cm (usage imprimé).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61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 autorisé 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 ou fond clair uni uniquement.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61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DE COULEURS OFFICIELLE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737360" cy="1042416"/>
          </a:xfrm>
          <a:prstGeom prst="roundRect">
            <a:avLst>
              <a:gd name="adj" fmla="val 7018"/>
            </a:avLst>
          </a:prstGeom>
          <a:solidFill>
            <a:srgbClr val="461491"/>
          </a:solidFill>
          <a:ln/>
        </p:spPr>
      </p:sp>
      <p:sp>
        <p:nvSpPr>
          <p:cNvPr id="4" name="Text 2"/>
          <p:cNvSpPr/>
          <p:nvPr/>
        </p:nvSpPr>
        <p:spPr>
          <a:xfrm>
            <a:off x="2468880" y="1143000"/>
            <a:ext cx="237744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Violet principal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0" y="1143000"/>
            <a:ext cx="237744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614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HEX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#461491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614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70, 20, 145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1143000"/>
            <a:ext cx="21031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614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CMYK 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52, 86, 0, 43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829800" y="1143000"/>
            <a:ext cx="18288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en-têtes, boutons CTA, liens actifs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1737360" cy="1042416"/>
          </a:xfrm>
          <a:prstGeom prst="roundRect">
            <a:avLst>
              <a:gd name="adj" fmla="val 7018"/>
            </a:avLst>
          </a:prstGeom>
          <a:solidFill>
            <a:srgbClr val="2A0A63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2350008"/>
            <a:ext cx="237744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Violet foncé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2350008"/>
            <a:ext cx="237744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614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HEX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#2A0A63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614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42, 10, 99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89520" y="2350008"/>
            <a:ext cx="21031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614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CMYK 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58, 90, 0, 61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829800" y="2350008"/>
            <a:ext cx="18288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Fonds dégradés, footer, titres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557016"/>
            <a:ext cx="173736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3557016"/>
            <a:ext cx="237744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0" y="3557016"/>
            <a:ext cx="237744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614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HEX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#FFFFFF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614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255, 255, 255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89520" y="3557016"/>
            <a:ext cx="21031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614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CMYK 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0, 0, 0, 0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829800" y="3557016"/>
            <a:ext cx="18288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Fonds principaux, texte sur fond violet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764024"/>
            <a:ext cx="1737360" cy="1042416"/>
          </a:xfrm>
          <a:prstGeom prst="roundRect">
            <a:avLst>
              <a:gd name="adj" fmla="val 7018"/>
            </a:avLst>
          </a:prstGeom>
          <a:solidFill>
            <a:srgbClr val="333333"/>
          </a:solidFill>
          <a:ln/>
        </p:spPr>
      </p:sp>
      <p:sp>
        <p:nvSpPr>
          <p:cNvPr id="19" name="Text 17"/>
          <p:cNvSpPr/>
          <p:nvPr/>
        </p:nvSpPr>
        <p:spPr>
          <a:xfrm>
            <a:off x="2468880" y="4764024"/>
            <a:ext cx="237744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Gris texte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0" y="4764024"/>
            <a:ext cx="237744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614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HEX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#333333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614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51, 51, 51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89520" y="4764024"/>
            <a:ext cx="21031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614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CMYK 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0, 0, 0, 80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829800" y="4764024"/>
            <a:ext cx="18288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courant sur fond blanc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614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 D'HARMONIE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D9CDF5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29844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violet principal (#461491) domine : en-têtes, navigation, boutons d'action.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D9CDF5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07568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violet foncé (#2A0A63) structure les fonds, footers et zones de contraste fort.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D9CDF5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8529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: texte blanc sur violet foncé, texte gris (#333333) sur fond blanc.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70332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D9CDF5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63016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 blanc dominant pour le contenu ; le violet structure (bandeaux, titres, CTA).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4805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D9CDF5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440740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Typographie Calibri (ou équivalent web : Open Sans, Segoe UI).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525780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D9CDF5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518464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logo ne s'utilise que sur fond blanc ou clair, sans déformation ni recoloration.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0" y="63550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C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: contact@andonickgroup.com  |  +236 75 00 06 49 / +236 70 28 66 01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2286000"/>
            <a:ext cx="0" cy="4023360"/>
          </a:xfrm>
          <a:prstGeom prst="line">
            <a:avLst/>
          </a:prstGeom>
          <a:noFill/>
          <a:ln w="28575">
            <a:solidFill>
              <a:srgbClr val="4614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78040" y="2331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A0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Astrid NAMSENEY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78040" y="27157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461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ADJOINTE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78040" y="31729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ANDONICK GROUP INTERNATIONAL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78040" y="344728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461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 ·  Sénégal  ·  France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178040" y="3886200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+33 6 05 56 43 73 (WhatsApp / France)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78040" y="413308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+236 70 28 66 02 (RCA)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78040" y="4379976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andstrid@andsys.net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78040" y="4626864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andsys.net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78040" y="487375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Sica 1 — 0022 Bangui, République Centrafricaine</a:t>
            </a:r>
            <a:endParaRPr lang="en-US" sz="1200" dirty="0"/>
          </a:p>
        </p:txBody>
      </p:sp>
      <p:pic>
        <p:nvPicPr>
          <p:cNvPr id="12" name="Image 0" descr="logo_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5257800"/>
            <a:ext cx="1234440" cy="69494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178040" y="60624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61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groupe, plusieurs expertises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2026-08-04T20:39:20Z</dcterms:created>
  <dcterms:modified xsi:type="dcterms:W3CDTF">2026-08-04T20:39:20Z</dcterms:modified>
</cp:coreProperties>
</file>